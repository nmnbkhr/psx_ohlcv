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</a:t>
            </a:r>
            <a:pPr indent="0" marL="0">
              <a:buNone/>
            </a:pPr>
            <a:r>
              <a:rPr lang="en-US" sz="42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</a:t>
            </a:r>
            <a:pPr indent="0" marL="0">
              <a:buNone/>
            </a:pPr>
            <a:r>
              <a:rPr lang="en-US" sz="4200" b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QUANTITATIVE FINANCE TERMINAL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828800" cy="18288"/>
          </a:xfrm>
          <a:prstGeom prst="rect">
            <a:avLst/>
          </a:prstGeom>
          <a:solidFill>
            <a:srgbClr val="8B754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Terminal-grade analytics for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Stock Exchange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Godaitec  |  godai.tech  |  Karachi, Pakistan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Bloomberg for PSX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539-symbol market has zero institutional-grade terminals. Bloomberg costs $24,000/year — out of reach for 95% of local firms.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PSX DPS, SBP EasyData, MUFAP, PMEX, NCCPL — each has its own website, own format, own download process. No unified view.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260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tick-level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Microstructure, VPIN toxicity, order flow — tools available globally but not for Pakistan. Local traders operate blind.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404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analysts spend 30+ minutes daily collecting data from 5 websites. Fund managers rely on Excel spreadsheets from the 2000s.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pakfindata is a self-hosted quantitative analytics terminal that unifies all Pakistan financial data into a single Bloomberg-style interface.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34+ Analytics Pages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Equities, fixed income, FX, funds, commodities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Engine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104x faster than traditional databases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55448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 Sources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636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PSX, SBP, MUFAP, PMEX, NBP — unified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310896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46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Ticks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 collects every trade, every second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29000" y="310896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56616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powered market analysis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26480" y="3108960"/>
            <a:ext cx="2468880" cy="1280160"/>
          </a:xfrm>
          <a:prstGeom prst="rect">
            <a:avLst/>
          </a:prstGeom>
          <a:solidFill>
            <a:srgbClr val="14182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4612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512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6364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infrastructure, no subscription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entire market — one screen, one glance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Market Dashboard — KSE-100, breadth, gainers/losers, sectors, rates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KSE-100 index with intraday movement 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breadth donut (gainers/losers/unchanged) 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gainers/losers with volume, sector performance, 52-week range 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ticker: SBP rate, KIBOR, T-Bills, PKRV, USD/EUR/GBP rates  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Analysis — 3-Layer Composite Scoring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539 symbols in seconds. Score 1-100. Three independent layers.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97480" cy="18288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097280"/>
            <a:ext cx="2697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031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/33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REGIME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 exponent, annualized volatility, SMA-200 position, circuit breakers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697480" cy="18288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09728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8348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/33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ANCHOR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7472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 distance, Point of Control, Value Area, volume profile bands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1097280"/>
            <a:ext cx="2697480" cy="18288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9" name="Shape 16"/>
          <p:cNvSpPr/>
          <p:nvPr/>
        </p:nvSpPr>
        <p:spPr>
          <a:xfrm>
            <a:off x="6217920" y="1097280"/>
            <a:ext cx="269748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6384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/33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550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DNA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Tick-level: VPIN toxicity, CVD slope, order flow imbalance, block trades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Signal Analysis — HUBC score 80, all 3 layers populated ]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&amp; Tick Analytics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Bloomberg can't show you — order flow toxicity, trade classification, execution quality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VPIN Toxicity Gauge + Volume Bucket Flow 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Tick Analytics — 483K ticks, market-wide KPIs 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VPIN (Volume-Synchronized Probability of Informed Trading) — detect smart money before price moves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imbalance — per-minute buy/sell pressure visualization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size distribution — separate institutional activity from retail noise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tick replay — play back any day, any symbol, at 0.1x to 500x speed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Replay — 60fps Client-Side Playback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any trade, any day, at any speed. The flight recorder for Pakistan's market.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Tick Replay — TradingView chart, play/pause, speed controls, order book, tick log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investigate suspicious trades  |  Traders study execution quality  |  Coaches replay market moments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Income, FX &amp; Rates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Pakistan debt market and currency intelligence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policy rate, KIBOR (all tenors), T-Bill yields, PIB rates — historical charts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Curves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2900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PKRV curve 1M-30Y, steepening/flattening analysis, historical overlays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Auctions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T-Bill &amp; PIB results, cut-off yields, bid-to-cover, amounts raised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Market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+ CDS secondary trading, benchmark monitor, volume analysis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0" y="283464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Dashboard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2900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USD/EUR/GBP rates, interbank vs open market spread, NBP TT rates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2834640"/>
            <a:ext cx="2651760" cy="137160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Analytics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364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dynamics, rate history, remittance flow indicators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Funds, ETFs, Commodities &amp; Derivatives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Fund Explorer — NAV tracking, performance comparison, risk metrics ]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914400"/>
            <a:ext cx="3931920" cy="2103120"/>
          </a:xfrm>
          <a:prstGeom prst="rect">
            <a:avLst/>
          </a:prstGeom>
          <a:solidFill>
            <a:srgbClr val="141821"/>
          </a:solidFill>
          <a:ln w="12700">
            <a:solidFill>
              <a:srgbClr val="8B7548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754880" y="9144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5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Screenshot: Futures &amp; OI — Real open interest, basis analysis, rollover tracker 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4114800" cy="73152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3200400"/>
            <a:ext cx="45720" cy="7315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MUFAP NAV data — performance comparison, Sharpe ratios, max drawdown, VPS pension tracking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0600" y="3200400"/>
            <a:ext cx="4114800" cy="73152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800600" y="3200400"/>
            <a:ext cx="45720" cy="7315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 Interest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8348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terminal in Pakistan showing actual OI from PSX DFC XLS files — not volume proxies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4114800" cy="73152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4069080"/>
            <a:ext cx="45720" cy="7315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PMEX Commodities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silver, crude — OHLC data and margin requirements from Pakistan Mercantile Exchange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00600" y="4069080"/>
            <a:ext cx="4114800" cy="73152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2" name="Shape 19"/>
          <p:cNvSpPr/>
          <p:nvPr/>
        </p:nvSpPr>
        <p:spPr>
          <a:xfrm>
            <a:off x="4800600" y="4069080"/>
            <a:ext cx="45720" cy="7315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0"/>
          <p:cNvSpPr/>
          <p:nvPr/>
        </p:nvSpPr>
        <p:spPr>
          <a:xfrm>
            <a:off x="49834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Tracking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8348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ETF universe monitoring with NAV vs market price premium/discount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Speed Meets Scale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914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598K+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EOD bars (5 years)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914400"/>
            <a:ext cx="1920240" cy="8229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0" name="Shape 7"/>
          <p:cNvSpPr/>
          <p:nvPr/>
        </p:nvSpPr>
        <p:spPr>
          <a:xfrm>
            <a:off x="2560320" y="914400"/>
            <a:ext cx="54864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914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4.6M+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9748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Tick-level logs in DuckDB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914400"/>
            <a:ext cx="1920240" cy="8229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914400"/>
            <a:ext cx="54864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914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3.3M+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0060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bars from DPS API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914400"/>
            <a:ext cx="1920240" cy="8229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8" name="Shape 15"/>
          <p:cNvSpPr/>
          <p:nvPr/>
        </p:nvSpPr>
        <p:spPr>
          <a:xfrm>
            <a:off x="6766560" y="914400"/>
            <a:ext cx="54864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6"/>
          <p:cNvSpPr/>
          <p:nvPr/>
        </p:nvSpPr>
        <p:spPr>
          <a:xfrm>
            <a:off x="6903720" y="914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227K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90372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macro observations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PSX WebSocket (live)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PSX DPS API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SBP EasyData (195 sets)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31181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MUFAP NAV Portal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008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PSX Downloads (XLS)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PMEX API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3858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NBP FX Rates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" y="4105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PSX Terminal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004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0040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Cloud VM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00400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(tick collection 24/5)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0040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00400" y="31181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 Engine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20040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(104x faster queries)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2004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00400" y="3858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/tmp/ sync pattern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00400" y="4105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(RAM-speed I/O)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9436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94360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34+ Streamlit pages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94360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 + TradingView charts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943600" y="2871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AI commentary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943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signal scoring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94360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VPIN microstructure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profile engine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43600" y="3858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OI analytics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943600" y="4105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60fps tick replay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20040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104x</a:t>
            </a: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457200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SQLite. GROUP BY 793 symbols: 6.4s → 0.062s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pakfindata Wins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</a:rPr>
                        <a:t>Bloomberg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</a:rPr>
                        <a:t>Reuters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</a:rPr>
                        <a:t>PSX Website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A96E"/>
                          </a:solidFill>
                        </a:rPr>
                        <a:t>pakfindata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Annual 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$24,000+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$15,000+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Self-hosted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PSX Tick 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Real OI Analytics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VPIN Toxicity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Composite Signals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SBP Macro Integration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Tick Replay 60fps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Pakistan-Specific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BB6A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34+ Analytics Pages — Complete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4864" cy="4389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73152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Market Pulse  •  Index Monitor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26187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Summary  •  Stock Screener  •  Company Profile  •  Sector Analysis  •  Symbol Financials  •  Factors  •  Intraday  •  Live Ticker  •  Futures &amp; OI  •  Post Close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54864" cy="43891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922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INCOME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792224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Overview  •  Yield Curves  •  Treasury Auctions  •  Bond Market  •  Benchmark Monitor  •  Debt Terminal  •  Treasury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54864" cy="43891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225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&amp; RATES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2322576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Dashboard  •  FX Dashboard  •  Interbank vs Open  •  Rate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COMMODITIES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285292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 •  PMEX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54864" cy="43891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338328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Explorer  •  VPS Pension  •  Top Performers  •  Fund Analytics  •  ETFs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54864" cy="4389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136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391363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•  Signal Analysis  •  Microstructure  •  Tick Analytics  •  Tick Replay  •  Quant Lab  •  Macro Cycles  •  Sector Breadth  •  Market Research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43984"/>
            <a:ext cx="54864" cy="43891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43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4443984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  •  Sync Center  •  Schema Explorer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Opportunity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terminal for brokers &amp; fund managers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PKR 50K–500K/month per client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645920"/>
            <a:ext cx="54864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PSX data via API (tick, OI, signals)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Per-query or flat monthly fee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2377440"/>
            <a:ext cx="54864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679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Custom-branded terminal for brokerage firms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fee + monthly hosting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3108960"/>
            <a:ext cx="54864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for banks with customization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PKR 5M+ annual license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4142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consulting using pakfindata as platform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Project-based engagements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Firms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9260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client reporting, trade insights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 registered TRECs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Managers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0" y="1435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scoring, sector rotation, portfolio analytics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0" y="1435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 mutual funds + VPS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801368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002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Trading Desks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0" y="2002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microstructure, VPIN, order flow, execution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002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Growing segment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2368296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ALM/Treasury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26080" y="2569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KIBOR, yield curves, auction data, FX rates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32320" y="2569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scheduled banks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1520" y="2935224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26080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screening, cross-data synthesis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32320" y="3136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brokerage house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1520" y="3502152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(SECP/SBP)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9260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surveillance, breadth, anomaly detection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1323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Institutional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31520" y="4069080"/>
            <a:ext cx="7680960" cy="0"/>
          </a:xfrm>
          <a:prstGeom prst="line">
            <a:avLst/>
          </a:prstGeom>
          <a:noFill/>
          <a:ln w="6350">
            <a:solidFill>
              <a:srgbClr val="1E25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Startups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92608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 data layer for building trading apps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132320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Emerging ecosystem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</a:t>
            </a:r>
            <a:pPr indent="0" marL="0">
              <a:buNone/>
            </a:pPr>
            <a:r>
              <a:rPr lang="en-US" sz="36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</a:t>
            </a:r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Pakistan's markets meet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analytics.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18288"/>
          </a:xfrm>
          <a:prstGeom prst="rect">
            <a:avLst/>
          </a:prstGeom>
          <a:solidFill>
            <a:srgbClr val="8B754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godai.tech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info@godai.tech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Karachi, Pakistan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→ localhost:8501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9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pakfindata — Pakistan's Bloomberg Terminal</dc:title>
  <dc:subject>PptxGenJS Presentation</dc:subject>
  <dc:creator>Godaitec</dc:creator>
  <cp:lastModifiedBy>Godaitec</cp:lastModifiedBy>
  <cp:revision>1</cp:revision>
  <dcterms:created xsi:type="dcterms:W3CDTF">2026-03-25T11:53:27Z</dcterms:created>
  <dcterms:modified xsi:type="dcterms:W3CDTF">2026-03-25T11:53:27Z</dcterms:modified>
</cp:coreProperties>
</file>